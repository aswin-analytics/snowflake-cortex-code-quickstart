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Cortex Code for AP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9B5E8"/>
                </a:solidFill>
              </a:defRPr>
            </a:pPr>
            <a:r>
              <a:t>From Raw ERP Data to Natural-Language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BBCC"/>
                </a:solidFill>
              </a:defRPr>
            </a:pPr>
            <a:r>
              <a:t>An AI-Powered Workflow using Snowflake Cortex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029200"/>
            <a:ext cx="274320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Pipeline Builder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Dynamic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5029200"/>
            <a:ext cx="2743200" cy="8229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Pipeline Maintenance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PRD-Driven Evolution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5029200"/>
            <a:ext cx="274320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Cortex Agent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NL Analytics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5303520"/>
            <a:ext cx="64008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498079" y="5303520"/>
            <a:ext cx="64008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Cortex Code?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200400" cy="16459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Entry Points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CLI (Terminal/IDE)</a:t>
            </a:r>
            <a:br/>
            <a:r>
              <a:t>Snowsight (Browser)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49039" y="201168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1645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CoCo AI Agent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Plans, writes, and</a:t>
            </a:r>
            <a:br/>
            <a:r>
              <a:t>executes on your behalf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80960" y="201168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200400" cy="1645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Snowflake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Your data, compute,</a:t>
            </a:r>
            <a:br/>
            <a:r>
              <a:t>and identity (RBAC)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Snowflake's AI coding agent purpose-built for data engineering, analytics, and ML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Operates directly inside your Snowflake environment with full role-based access control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Understands your data catalog, schema metadata, and Snowflake best practices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Executes SQL as your identity — no separate service accounts needed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Extensible with reusable Skills, custom Cortex Agents, and MCP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Workshop: AP Invoices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200400" cy="20116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Demo 1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Pipeline Builder</a:t>
            </a:r>
            <a:br/>
            <a:r>
              <a:t>Create Dynamic Table</a:t>
            </a:r>
            <a:br/>
            <a:r>
              <a:t>from SAP + Oracle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49039" y="219456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20116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Demo 2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Pipeline Maintenance</a:t>
            </a:r>
            <a:br/>
            <a:r>
              <a:t>Onboard Baan + Workday</a:t>
            </a:r>
            <a:br/>
            <a:r>
              <a:t>from PRD requirements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80960" y="219456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20040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Demo 3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Cortex Agent</a:t>
            </a:r>
            <a:br/>
            <a:r>
              <a:t>Semantic View + Agent</a:t>
            </a:r>
            <a:br/>
            <a:r>
              <a:t>for NL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Scenario: Finance needs a trusted, unified AP invoices layer across 4 ERP systems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Data sources: SAP (15 invoices), Oracle (15), Baan IV (10), Workday (10)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Goal: Standardize, validate, evolve, and make queryable in plain English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Single storyline from data discovery through to operationalized AI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Pipeline Lineage: End-to-End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256032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SAP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15 invoices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280160"/>
            <a:ext cx="256032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Oracle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15 invoices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280160"/>
            <a:ext cx="256032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Baan IV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10 invoices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280160"/>
            <a:ext cx="256032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Workday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10 invoices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1463040" y="2148840"/>
            <a:ext cx="274320" cy="32004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4206240" y="2148840"/>
            <a:ext cx="274320" cy="32004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6949440" y="2148840"/>
            <a:ext cx="274320" cy="32004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9692640" y="2148840"/>
            <a:ext cx="274320" cy="32004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560320"/>
            <a:ext cx="9418320" cy="10972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SILVER_AP_INVOICES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Dynamic Table — unified schema, ~50 rows</a:t>
            </a:r>
            <a:br/>
            <a:r>
              <a:t>Normalized status, dedup, column aliasing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3703320"/>
            <a:ext cx="274320" cy="32004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3200400" cy="10972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Semantic View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SV_AP_ANALYTICS</a:t>
            </a:r>
            <a:br/>
            <a:r>
              <a:t>7 metrics, 7 VQRs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114800"/>
            <a:ext cx="3200400" cy="1097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Cortex Agent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AP_ANALYTICS_ASSISTANT</a:t>
            </a:r>
            <a:br/>
            <a:r>
              <a:t>NL-to-SQL via Analyst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114800"/>
            <a:ext cx="32004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Streamlit App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Interactive dashboard</a:t>
            </a:r>
            <a:br/>
            <a:r>
              <a:t>+ AI chat interface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49039" y="457200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680960" y="457200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BBCC"/>
                </a:solidFill>
              </a:defRPr>
            </a:pPr>
            <a:r>
              <a:t>Bronze (Source Tables)  →  Silver (Dynamic Table)  →  Semantic + AI (Consumption Layer)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1: Pipeline Builder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200400" cy="1463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Discovery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CoCo profiles SAP &amp;</a:t>
            </a:r>
            <a:br/>
            <a:r>
              <a:t>Oracle bronze tables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49039" y="192024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1463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Plan Mode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Review DT design</a:t>
            </a:r>
            <a:br/>
            <a:r>
              <a:t>before executing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80960" y="192024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200400" cy="1463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Dynamic Table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SILVER_AP_INVOICES</a:t>
            </a:r>
            <a:br/>
            <a:r>
              <a:t>SAP + Oracle unified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Challenge: Finance has SAP &amp; Oracle AP data but no standardized Silver layer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Step 1 — Data Discovery: CoCo explores the schema, profiles columns, identifies mismatches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Step 2 — Schema Comparison: Naming differences (INV_ID vs INVOICE_ID), type alignment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Step 3 — Plan Mode (Ctrl+P): Full DT design reviewed before any execution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Step 4 — Dynamic Table Created: Column aliasing, payment terms normalization (N30→NET30),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       status normalization (APPROVED/PENDING/OTHER), SOURCE_SYSTEM tag per branch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Step 5 — $dynamic-tables Skill: Validates TARGET_LAG, refresh mode, and best practices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2: Pipeline Maintenance — PRD-Driven Evolution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103120" cy="12801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PRD Files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3 CSVs with</a:t>
            </a:r>
            <a:br/>
            <a:r>
              <a:t>requirements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77440" y="1828800"/>
            <a:ext cx="45720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2103120" cy="12801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Gap Analysis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Auto-compare</a:t>
            </a:r>
            <a:br/>
            <a:r>
              <a:t>vs current DT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37760" y="1828800"/>
            <a:ext cx="45720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94960" y="1371600"/>
            <a:ext cx="210312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 Questions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Surface ambiguity</a:t>
            </a:r>
            <a:br/>
            <a:r>
              <a:t>for human decision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498079" y="1828800"/>
            <a:ext cx="45720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2103120" cy="12801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DDL Generated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4-source DT</a:t>
            </a:r>
            <a:br/>
            <a:r>
              <a:t>with dedup logic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058400" y="1828800"/>
            <a:ext cx="45720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0" y="1371600"/>
            <a:ext cx="1371600" cy="12801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Validation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5 proof queries</a:t>
            </a:r>
            <a:br/>
            <a:r>
              <a:t>confirm correctness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1752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Challenge: Onboard 2 new ERP systems (Baan IV + Workday) from business requirements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PRD Ingestion: CoCo reads 3 CSV files — source onboarding, column mappings, business rules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Gap Analysis: Automatically identifies new UNION ALL branches needed, rule changes required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Open Questions Surfaced: Payment terms consistency, Baan dedup scope, Workday case sensitivity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— CoCo never guesses — always surfaces ambiguity for human decision before proceeding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DDL Generated: Full 4-source Dynamic Table with QUALIFY dedup on Baan, extended status CASE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Validation: Record counts, NULL checks, dedup verification, status normalization, payment terms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Reusable Skill: $prd-to-dt-plan created — any future PRD gets the same rigorous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3: Cortex Agent with Semantic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200400" cy="1463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Semantic View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Define business meaning</a:t>
            </a:r>
            <a:br/>
            <a:r>
              <a:t>of every column &amp; metric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49039" y="192024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1463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Cortex Agent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NL-to-SQL translation</a:t>
            </a:r>
            <a:br/>
            <a:r>
              <a:t>via Cortex Analyst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80960" y="192024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200400" cy="1463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Business Users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Ask questions in English</a:t>
            </a:r>
            <a:br/>
            <a:r>
              <a:t>Get answers +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Challenge: Make the Silver layer queryable in plain English for non-SQL business users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Semantic View (SV_AP_ANALYTICS):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11 dimensions (vendor, currency, cost center, GL, status, source system)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2 time dimensions (invoice date, due date) for trending and overdue analysis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7 pre-built metrics (total spend, invoice count, avg amount, overdue count, pending amount)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7 verified queries as ground-truth examples for the AI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Cortex Agent (AP_ANALYTICS_ASSISTANT):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Users ask: "What is total spend by vendor?" or "Show overdue invoices"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Warns about currency mixing, asks clarifying questions when ambiguous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Full Streamlit app with KPI cards, charts, and AI chat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Cortex Code Features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B5E8"/>
                </a:solidFill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Data Discovery — #table references, DESCRIBE, profiling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Plan Mode (Ctrl+P) — review and approve before executing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Bundled Skills — $dynamic-tables for DT analysis &amp; best practices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File Ingestion — @file to load CSVs/XLSX into conversation context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Custom Skills — $prd-to-dt-plan for repeatable PRD workflows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Semantic View Authoring — YAML-based business model definition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Cortex Agent Deployment — NL-to-SQL analytics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B5E8"/>
                </a:solidFill>
              </a:defRPr>
            </a:pPr>
            <a: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Accelerates pipeline development (hours, not days)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Enforces consistency via repeatable skills across team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Surfaces ambiguity — never makes silent assumptions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Full audit trail — plans, handoff docs, proof queries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Democratizes data access for non-SQL business users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Reduces risk with Plan Mode + validation steps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Reusable artifacts for future projects and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Cortex Code Cost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200400" cy="13716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Your Prompt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Input tokens sent</a:t>
            </a:r>
            <a:br/>
            <a:r>
              <a:t>to the AI model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49039" y="182880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Inference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Model processes and</a:t>
            </a:r>
            <a:br/>
            <a:r>
              <a:t>generates response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80960" y="182880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200400" cy="1371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Credits Charged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Per million tokens</a:t>
            </a:r>
            <a:br/>
            <a:r>
              <a:t>(input + output)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Token-based billing with full transparency via ACCOUNT_USAGE views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Two billing surfaces (tracked separately):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CORTEX_CODE_CLI — usage from the terminal / IDE CLI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CORTEX_CODE_SNOWSIGHT — usage from the Snowsight web interface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What counts as CoCo credit usage: AI model inference (prompt + response tokens)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— Planning, code generation, data discovery conversations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Billed separately (standard Snowflake rates):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Warehouse compute for SQL execution (SELECT, CREATE, etc.)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Storage for tables, stages, and dynamic table refreshes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Cortex Agent / Analyst usage (separate AI_SERVICES metering)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Cost Controls &amp; Governance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200400" cy="1371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Daily Limits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Per-user credit caps</a:t>
            </a:r>
            <a:br/>
            <a:r>
              <a:t>(account or user level)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49039" y="182880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13716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Usage Monitoring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ACCOUNT_USAGE views</a:t>
            </a:r>
            <a:br/>
            <a:r>
              <a:t>with full session detail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80960" y="1828800"/>
            <a:ext cx="731520" cy="274320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20040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Governance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RBAC controls + alerts</a:t>
            </a:r>
            <a:br/>
            <a:r>
              <a:t>for proactive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Daily Credit Limits (rolling 24-hour window):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CORTEX_CODE_CLI_DAILY_EST_CREDIT_LIMIT_PER_USER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CORTEX_CODE_SNOWSIGHT_DAILY_EST_CREDIT_LIMIT_PER_USER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Value: -1 = unlimited, 0 = blocked, positive number = daily cap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Usage Monitoring Views (SNOWFLAKE.ACCOUNT_USAGE):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CORTEX_CODE_CLI_USAGE_HISTORY — per-session token &amp; credit detail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METERING_DAILY_HISTORY (service_type = 'CORTEX_CODE_CLI') — daily totals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Best Practices: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Set default daily limits (e.g., 20 credits/day), grant higher for power users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• Monitor weekly trends, combine with RBAC to control which roles can use CoCo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200400" cy="11887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Built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4-source AP pipeline</a:t>
            </a:r>
            <a:br/>
            <a:r>
              <a:t>Dynamic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71600"/>
            <a:ext cx="3200400" cy="11887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Created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Reusable skill +</a:t>
            </a:r>
            <a:br/>
            <a:r>
              <a:t>Semantic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371600"/>
            <a:ext cx="3200400" cy="1188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Deployed</a:t>
            </a:r>
          </a:p>
          <a:p>
            <a:pPr algn="ctr">
              <a:defRPr sz="1100">
                <a:solidFill>
                  <a:srgbClr val="EEEEEE"/>
                </a:solidFill>
              </a:defRPr>
            </a:pPr>
            <a:r>
              <a:t>Cortex Agent +</a:t>
            </a:r>
            <a:br/>
            <a:r>
              <a:t>Streamlit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B5E8"/>
                </a:solidFill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Cortex Code accelerates data engineering with AI-assisted development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Plan Mode + validation ensures safety and correctness at every step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Skills make workflows repeatable and consistent across the team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Semantic Views + Agents democratize data for business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B5E8"/>
                </a:solidFill>
              </a:defRPr>
            </a:pPr>
            <a: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Resolve payment terms normalization (OQ-1)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Deploy Gold layer DT (TARGET_LAG = DOWNSTREAM)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Evaluate Agent with 15-question golden set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Roll out CoCo CLI to broader data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2408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761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2825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Lineage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8034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3243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8451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Demo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3660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8869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4077" y="6400800"/>
            <a:ext cx="979488" cy="320040"/>
          </a:xfrm>
          <a:prstGeom prst="roundRect">
            <a:avLst/>
          </a:prstGeom>
          <a:solidFill>
            <a:srgbClr val="1E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09286" y="6400800"/>
            <a:ext cx="97948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